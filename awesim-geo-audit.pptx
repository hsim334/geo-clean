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</a:rPr>
              <a:t>GEO AUDIT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Awesim Building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Consultants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94360" y="3200400"/>
            <a:ext cx="28346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004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39 / 100  —  CRITICAL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Audit: 20 May 2026   ·   22 pages + 400+ articles   ·   awesim.com.au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457200"/>
            <a:ext cx="1719072" cy="1261872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457200"/>
            <a:ext cx="171907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54864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52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0" y="10972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/100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132588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 Citability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40880" y="457200"/>
            <a:ext cx="1719072" cy="1261872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457200"/>
            <a:ext cx="1719072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4864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24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109728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/100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Brand Authority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0" y="1874520"/>
            <a:ext cx="1719072" cy="1261872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874520"/>
            <a:ext cx="171907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965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54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20640" y="251460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27432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Content E-E-A-T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40880" y="1874520"/>
            <a:ext cx="1719072" cy="1261872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1874520"/>
            <a:ext cx="171907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965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54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040880" y="251460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/100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27432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Technical GEO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3291840"/>
            <a:ext cx="1719072" cy="1261872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3291840"/>
            <a:ext cx="1719072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3832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120640" y="39319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/100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416052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Schema &amp; Data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40880" y="3291840"/>
            <a:ext cx="1719072" cy="1261872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291840"/>
            <a:ext cx="1719072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3832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22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040880" y="393192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416052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Platform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39776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STRENGTHS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3749040" cy="3364992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35+ years of genuine expertise depth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Specific pricing published ($5,000–$15,000 reports; $550/issue Scott Schedules)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400+ article library covering NCAT building disputes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Regulatory citations — AS 3740:2021, NCAT Procedural Direction 3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4 physical offices across NSW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Google Business Profile: 4.5+ stars, Trustindex-verified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AllExperts.com.au: 273 cases listed — strong domain authority signal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896112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896112"/>
            <a:ext cx="3977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96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CRITICAL GAPS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316736"/>
            <a:ext cx="3749040" cy="3364992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Zero schema markup across all 22 pages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AIOSEO Pro installed but producing no schema output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brand presence: Reddit 0 mentions, Wikipedia 0, YouTube dormant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Two typos in site description propagate site-wide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Organisation name duplicated in every schema block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author attribution on 400+ articles</a:t>
            </a:r>
            <a:endParaRPr lang="en-US" sz="1100" dirty="0"/>
          </a:p>
          <a:p>
            <a:pPr marL="342900" indent="-342900">
              <a:spcAft>
                <a:spcPts val="2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llms.txt exists but uses incorrect 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Score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Category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46120" y="868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Score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4920" y="868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Weight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72200" y="868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Weighted Score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35331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70432"/>
            <a:ext cx="2468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Citability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71600"/>
            <a:ext cx="855878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7043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52/100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170432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371600"/>
            <a:ext cx="118872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7043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13.0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746504"/>
            <a:ext cx="8595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92938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746504"/>
            <a:ext cx="2468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Brand Authority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1947672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947672"/>
            <a:ext cx="395021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74650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24/100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1746504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947672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1947672"/>
            <a:ext cx="43891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74650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4.8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322576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250545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2322576"/>
            <a:ext cx="2468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Content E-E-A-T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2523744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523744"/>
            <a:ext cx="888797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32257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54/100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322576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20%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2523744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2523744"/>
            <a:ext cx="98755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32257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10.8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2898648"/>
            <a:ext cx="8595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308152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2898648"/>
            <a:ext cx="2468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Technical GEO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46120" y="3099816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3099816"/>
            <a:ext cx="888797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289864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54/100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2898648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15%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72200" y="3099816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3099816"/>
            <a:ext cx="74066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289864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8.1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4747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365760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474720"/>
            <a:ext cx="2468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Schema &amp; Structured Data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46120" y="3675888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46120" y="3675888"/>
            <a:ext cx="12801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34747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4/100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74920" y="3474720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10%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72200" y="3675888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3675888"/>
            <a:ext cx="12801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34747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0.4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4050792"/>
            <a:ext cx="8595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" y="423367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4050792"/>
            <a:ext cx="2468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Platform Optimisation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246120" y="4251960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46120" y="4251960"/>
            <a:ext cx="36210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46120" y="40507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22/100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10%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172200" y="425196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72200" y="4251960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72200" y="405079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2.2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4700016"/>
            <a:ext cx="85953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47000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OVERALL GEO SCORE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029200" y="4700016"/>
            <a:ext cx="37490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C2626"/>
                </a:solidFill>
              </a:rPr>
              <a:t>39 / 100  —  CRITICAL</a:t>
            </a:r>
            <a:endParaRPr lang="en-US" sz="1900" dirty="0"/>
          </a:p>
        </p:txBody>
      </p:sp>
      <p:sp>
        <p:nvSpPr>
          <p:cNvPr id="71" name="Shape 6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Critical Issues — Fix Immediately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38912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9784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Zero Schema Markup — Score 4/100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3898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 22 pages have no JSON-LD, Microdata, or RDFa. AIOSEO Pro is installed but producing no schema output. AI systems cannot identify Awesim as a business entity, extract FAQ answers, attribute content to Glen Sim, or surface pricing data in structured responses.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438912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85232" y="9784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Typos in Site Description Propagate Site-Wide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85232" y="13898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"Witnes" and "Sydne" appear in the AIOSEO site description field, baking both errors into every page's schema description, OG tags, and llms.txt header. A single field correction fixes all instances.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34640"/>
            <a:ext cx="438912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803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28986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Organisation Name Duplicated in All Schema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331012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Every page's schema contains "Awesim Awesim Building Consultants" — the word appears twice. AI systems use this name field as the canonical entity label, meaning any citation could reproduce the malformed name.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34640"/>
            <a:ext cx="438912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803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85232" y="28986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llms.txt Exists But Fails Standard Format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85232" y="331012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AIOSEO generated a sitemap list rather than the spec-compliant format supported by Anthropic, Perplexity, and other AI crawlers. No description block, no curated section links, no llms-full.txt companion. AI crawlers receive no prioritisation guidance.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High Priority Issues — Fix Within 1 Week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No AI Crawler Directives in robots.txt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822960"/>
            <a:ext cx="5349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explicit Allow rules for GPTBot, ClaudeBot, PerplexityBot, Google-Extended, or CCBot — no crawl prioritisation control.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8595360" cy="502920"/>
          </a:xfrm>
          <a:prstGeom prst="rect">
            <a:avLst/>
          </a:prstGeom>
          <a:solidFill>
            <a:srgbClr val="FFFBF5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40233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No Meta Descriptions on Key Pages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1371600"/>
            <a:ext cx="5349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Homepage and multiple service pages have no meta description — no summary representation in AI training or retrieval contexts.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20240"/>
            <a:ext cx="40233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2024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No FAQPage Schema Despite 15+ FAQ Items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5349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Expert witness page has 15+ FAQ items in plain HTML. FAQPage schema directly maps to how AI systems answer "how much does an expert witness cost in NSW?"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8595360" cy="502920"/>
          </a:xfrm>
          <a:prstGeom prst="rect">
            <a:avLst/>
          </a:prstGeom>
          <a:solidFill>
            <a:srgbClr val="FFFBF5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68880"/>
            <a:ext cx="40233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6888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" y="246888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Author Attribution Vague or Absent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2468880"/>
            <a:ext cx="5349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400+ articles with zero attribution to Glen Sim. One post attributed to "Audra Awesim" — a pseudonym AI systems cannot cross-reference on LinkedIn or NCAT records.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17520"/>
            <a:ext cx="40233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1752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No Industry Body Memberships Visible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3017520"/>
            <a:ext cx="5349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MBA NSW accreditation confirmed via third-party search but not displayed on site. AI systems treat professional association membership as a primary authority signal.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66160"/>
            <a:ext cx="8595360" cy="502920"/>
          </a:xfrm>
          <a:prstGeom prst="rect">
            <a:avLst/>
          </a:prstGeom>
          <a:solidFill>
            <a:srgbClr val="FFFBF5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566160"/>
            <a:ext cx="40233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56616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" y="356616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OG Image Too Small (208×88px)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29000" y="3566160"/>
            <a:ext cx="5349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 pages use the logo as OG image — far below the 1200×630px minimum. Renders broken or tiny in AI-powered link previews and social platforms.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114800"/>
            <a:ext cx="40233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11480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" y="411480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Multiple Offices Missing from Schema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29000" y="4114800"/>
            <a:ext cx="5349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Organisation schema only lists Sydney CBD. Bankstown, Tweed Heads, and Tamworth offices are invisible — AI cannot surface Awesim for regional queries.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Medium Priority Issues — Fix Within 1 Month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8096" y="804672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No Verified Testimonials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29000" y="804672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About page has zero actual testimonials — an active negative signal, not a neutral absence.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859536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89304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89304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68096" y="1289304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No Case Studies or Documented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1289304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Content describes capabilities but never documents specific client situations, actions taken, or outcomes achieved.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73936"/>
            <a:ext cx="8595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773936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773936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68096" y="1773936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Factual Inconsistency: 20 vs 35+ Years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1773936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About page states 20 years; service pages claim 35+. Internal inconsistency is flagged by AI reliability scoring as a credibility failure.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859536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258568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58568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8096" y="2258568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Zero Reddit Presence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258568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mentions on r/AusLegal, r/AusPropertyChat, or r/australia — where potential clients ask for NCAT building dispute help.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8595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743200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743200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8096" y="2743200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No Wikidata Entity — Disambiguation Risk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29000" y="2743200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"Awesim" may be conflated with Ohio Supercomputer's AweSim or Purism AweSIM without a Wikidata Q-number anchoring the brand.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27832"/>
            <a:ext cx="859536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27832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27832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8096" y="3227832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Duplicate Social Profiles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29000" y="3227832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Two Facebook pages, two LinkedIn profiles, two About.me profiles. Duplicate entity signals reduce AI model confidence in the brand.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712464"/>
            <a:ext cx="85953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712464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712464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M7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8096" y="3712464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og:locale Set to en_US Not en_AU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29000" y="3712464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Open Graph locale and JSON-LD inLanguage both set to en_US. AI systems using locale for geographic routing may deprioritise pages for Australian queries.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197096"/>
            <a:ext cx="859536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197096"/>
            <a:ext cx="402336" cy="448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197096"/>
            <a:ext cx="402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68096" y="4197096"/>
            <a:ext cx="26060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Elementor HTML Bloat (283KB)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29000" y="4197096"/>
            <a:ext cx="5349240" cy="44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Expert witness page delivers 289,748 bytes of HTML. Increases crawl times and can affect crawl budget allocation.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Quick Wins — Do This Week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02412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9326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Fix two typos in site description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" y="146304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"Witnes" → "Witness", "Sydne" → "Sydney" in AIOSEO. Cascades to fix schema, OG tags, and llms.txt header in one change.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841248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02412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95344" y="9326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Fix Organisation name duplication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01568" y="146304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"Awesim Awesim Building Consultants" → "Awesim Building Consultants" in AIOSEO Knowledge Graph settings.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841248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02412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94576" y="9326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Add AI crawler directives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146304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Explicit Allow rules for GPTBot, ClaudeBot, PerplexityBot, Google-Extended, CCBot in robots.txt.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50008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53288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244144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Enable AIOSEO schema output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" y="297180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Check Schema → Default Schema Type is not "None." May unlock BreadcrumbList and WebSite schema automatically.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73552" y="2350008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253288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95344" y="244144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Change og:locale to en_AU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01568" y="297180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 AIOSEO Social settings and update inLanguage to en-AU. Corrects geographic routing signals for Australian queries.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72784" y="2350008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53288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94576" y="244144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Create a Wikidata entity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2971800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Resolves brand disambiguation against Ohio Supercomputer's "AweSim" program and Purism AweSIM. Free at wikidata.org.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858768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408736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3931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Write homepage meta description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4400" y="43159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"Awesim Building Consultants provides Expert Witness Reports, Scott Schedules, and Quantum Meruit Reports for NCAT disputes across NSW. 35+ years experience, offices in Sydney, Bankstown, Tweed Heads and Tamworth."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30-Day Action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84832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869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1612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Fix the Foundation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0848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27048"/>
            <a:ext cx="1938528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Fix typos in AIOSEO site description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Fix Organisation name duplication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Enable AIOSEO schema output — verify with Rich Results Test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Add AI crawler directives to robots.txt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Change og:locale to en_AU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Create Wikidata entity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Write meta descriptions for homepage, expert witness, Scott Schedule pages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8483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8869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50592" y="11612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Schema Implementation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463040"/>
            <a:ext cx="20848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527048"/>
            <a:ext cx="1938528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Add LocalBusiness + Organisation JSON-LD to homepage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Add FAQPage JSON-LD to /expert-witness-report/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Add Person JSON-LD for Glen Sim to /about-us-2/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Add FAQPage JSON-LD to /scott-schedule/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Upload 1200×630px OG image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Replace AIOSEO llms.txt with spec-compliant version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868680"/>
            <a:ext cx="208483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8869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6864" y="11612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Author Attribution &amp; E-E-A-T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463040"/>
            <a:ext cx="20848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527048"/>
            <a:ext cx="1938528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Set Glen Sim as author on all WordPress posts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Create /team/glen-sim/ author page with full credentials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Add Article schema with author reference sitewide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Standardise experience claim (20 vs 35+ inconsistency)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Consolidate duplicate social profiles (Facebook, LinkedIn, About.me)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868680"/>
            <a:ext cx="208483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8869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WEEK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03136" y="11612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Brand Authority &amp; Content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1463040"/>
            <a:ext cx="2084832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1527048"/>
            <a:ext cx="1938528" cy="349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Email last 50 satisfied clients requesting Google Business Profile reviews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Script and record first YouTube video — "What is a Scott Schedule?"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Draft 3 anonymised case studies for /case-studies/ section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Collect 10 real testimonials with name, suburb, date, and outcome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Name issuing bodies for all accreditations on About page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Brand Authority — 24/100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96012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41248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YouTube (TheAwesim1)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841248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Channel exists — last active circa 2013–2016, dormant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84124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22/100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8595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408176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289304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Reddit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1289304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Zero presence across r/AusLegal, r/AusPropertyChat, r/australia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12893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0/100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" y="1856232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Wikipedia / Wikidata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 article, no Q-number — active disambiguation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1737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0/100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185416"/>
            <a:ext cx="8595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" y="230428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185416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LinkedIn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2185416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Company page: 111 followers — 2 duplicate Glen Sim profiles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218541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20/100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633472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275234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633472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Google Business Profile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2633472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4.5+ stars, Trustindex-verified — best current brand asset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2633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Active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081528"/>
            <a:ext cx="8595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192" y="320040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081528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AllExperts.com.au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37560" y="3081528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273 cases listed — strong domain authority signal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30815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Active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529584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" y="364845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529584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Houzz / HomeOne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37560" y="3529584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Listings exist, zero reviews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352958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Weak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3192" y="409651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Facebook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375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Two separate pages detected — duplication reduces entity confidence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3977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Weak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Priority actions: Create Wikidata entity  ·  Relaunch YouTube with NCAT explainers  ·  Build authentic Reddit presence in r/AusLegal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9149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GEO Audit Report  ·  Awesim Building Consultants  ·  May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Gap — and the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Awesim has genuine, deep expertise that AI systems cannot yet discover or cite.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Every fix in this audit closes that gap — directly and measurably.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121408"/>
            <a:ext cx="2606040" cy="2011680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21408"/>
            <a:ext cx="26060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4 fixes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081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Under 10 minutes each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Typos · name · locale · schema switch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10712" y="2121408"/>
            <a:ext cx="2606040" cy="2011680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2121408"/>
            <a:ext cx="26060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4/100 → 60+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10712" y="3081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Schema alone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34015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Biggest single GEO lever on the site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27064" y="2121408"/>
            <a:ext cx="2606040" cy="2011680"/>
          </a:xfrm>
          <a:prstGeom prst="rect">
            <a:avLst/>
          </a:prstGeom>
          <a:solidFill>
            <a:srgbClr val="2D3F5F"/>
          </a:solidFill>
          <a:ln w="12700">
            <a:solidFill>
              <a:srgbClr val="2D3F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121408"/>
            <a:ext cx="26060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39 → 75+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27064" y="3081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12-week trajectory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27064" y="34015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With full 30-day plan executed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75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GEO Audit Report  ·  Awesim Building Consultants  · 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Audit Report — Awesim Building Consultants</dc:title>
  <dc:subject>PptxGenJS Presentation</dc:subject>
  <dc:creator>GEO Analysis</dc:creator>
  <cp:lastModifiedBy>GEO Analysis</cp:lastModifiedBy>
  <cp:revision>1</cp:revision>
  <dcterms:created xsi:type="dcterms:W3CDTF">2026-05-20T02:17:58Z</dcterms:created>
  <dcterms:modified xsi:type="dcterms:W3CDTF">2026-05-20T02:17:58Z</dcterms:modified>
</cp:coreProperties>
</file>